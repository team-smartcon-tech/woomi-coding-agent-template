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발표자·발표일은 대괄호 자리를 채워서 발표한다.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원인 셋을 순서대로 짚는다: 컨텍스트 부재, 도구 분산, 제동장치 부재.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방식. 왼쪽/오른쪽 대비로 "정보를 먼저 준다"의 효과를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 요소 다섯 블록. 각 블록의 효용을 담당자 관점으로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원본 구조. 도구를 늘리거나 바꿀 때 규칙이 흩어지지 않는다는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막는 것과 못 막는 것을 나란히. 저장소 보호 규칙은 조직 결정 사항으로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절차. 2단계를 건너뛰면 안전장치가 작동하지 않는다는 점을 반드시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현황. 파생 프로젝트에서 표준으로 되돌아온 사례 둘이 이 장의 핵심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대괄호 세 자리는 실제 요청 사항으로 바꿔서 발표한다.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09600"/>
            <a:ext cx="38100" cy="2095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6191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 자료</a:t>
            </a:r>
            <a:endParaRPr lang="en-US" sz="1125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847850"/>
            <a:ext cx="10668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</a:t>
            </a:r>
            <a:endParaRPr lang="en-US" sz="43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743200"/>
            <a:ext cx="1009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우리 팀 방식대로 일하게 만드는 표준 문서 묶음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3181350"/>
            <a:ext cx="857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프로젝트에 이 문서를 먼저 얹어 두면, Claude Code · Codex · GitHub Copilot이 모두 같은 규칙을 읽고 같은 방향으로 일합니다.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762000" y="4457700"/>
            <a:ext cx="3352800" cy="990600"/>
          </a:xfrm>
          <a:prstGeom prst="roundRect">
            <a:avLst>
              <a:gd name="adj" fmla="val 7692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550" y="4629150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22종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971550" y="502920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읽는 규칙 문서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4419600" y="4457700"/>
            <a:ext cx="3352800" cy="990600"/>
          </a:xfrm>
          <a:prstGeom prst="roundRect">
            <a:avLst>
              <a:gd name="adj" fmla="val 7692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9150" y="4629150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4629150" y="502920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지원하는 AI 도구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077200" y="4457700"/>
            <a:ext cx="3352800" cy="990600"/>
          </a:xfrm>
          <a:prstGeom prst="roundRect">
            <a:avLst>
              <a:gd name="adj" fmla="val 7692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6750" y="4629150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17회</a:t>
            </a:r>
            <a:endParaRPr lang="en-US" sz="2550" dirty="0"/>
          </a:p>
        </p:txBody>
      </p:sp>
      <p:sp>
        <p:nvSpPr>
          <p:cNvPr id="16" name="Text 14"/>
          <p:cNvSpPr txBox="1"/>
          <p:nvPr/>
        </p:nvSpPr>
        <p:spPr>
          <a:xfrm>
            <a:off x="8286750" y="502920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3개월간 표준 개정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762000" y="5943600"/>
            <a:ext cx="10668000" cy="9525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2000" y="6096000"/>
            <a:ext cx="590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버전 2.16-draft · 최종 수정 2026-08-31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67500" y="6096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[발표자 · 소속] · [발표일]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속도는 올랐지만, 남는 것이 “아무도 손 못 대는 코드”입니다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002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말로 시켜 만드는 방식(바이브 코딩)에서 가장 흔하게 반복되는 실패 경로입니다.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419350"/>
            <a:ext cx="10820400" cy="7239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3450" y="2647950"/>
            <a:ext cx="1032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“AI가 매번 다른 방식으로 코드를 짜서, 나중에 아무도 손을 못 대는 상태가 된다.”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85800" y="3333750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01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90950"/>
            <a:ext cx="304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우리 프로젝트의</a:t>
            </a:r>
            <a:endParaRPr lang="en-US" sz="14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사정을 모릅니다</a:t>
            </a:r>
            <a:endParaRPr lang="en-US" sz="1425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00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것은 많지만 우리 폴더 구조, 화면 규칙, 데이터 규칙은 모릅니다. 그래서 매번 자기 방식대로 만듭니다.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4343400" y="3333750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02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90950"/>
            <a:ext cx="304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셋이면 규칙도</a:t>
            </a:r>
            <a:endParaRPr lang="en-US" sz="14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 갈라집니다</a:t>
            </a:r>
            <a:endParaRPr lang="en-US" sz="1425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400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Code, Codex, Copilot을 섞어 쓰면 지침이 도구마다 따로 관리되고, 시간이 지나며 서로 어긋납니다.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8001000" y="3333750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790950"/>
            <a:ext cx="304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작업에</a:t>
            </a:r>
            <a:endParaRPr lang="en-US" sz="14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제동장치가 없습니다</a:t>
            </a:r>
            <a:endParaRPr lang="en-US" sz="1425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400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비밀키가 섞인 커밋, main 브랜치 직접 푸시, 승인 없는 배포를 사람이 매번 지켜봐야 합니다.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방식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전에 “우리 팀 방식”을 읽히면,</a:t>
            </a:r>
            <a:endParaRPr lang="en-US" sz="28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번을 시켜도 같은 결과가 나옵니다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8350"/>
            <a:ext cx="914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바꾸는 것이 아니라, 모델에게 주는 정보를 바꿉니다. 이 템플릿은 AI가 작업을 시작할 때 가장 먼저 읽는 프로젝트 사용설명서입니다.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781300"/>
            <a:ext cx="5314950" cy="1924050"/>
          </a:xfrm>
          <a:prstGeom prst="roundRect">
            <a:avLst>
              <a:gd name="adj" fmla="val 39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3450" y="29908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템플릿이 없을 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33528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지시할 때마다 폴더 구조와 코드 방식이 달라집니다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3450" y="36576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도구마다 지침을 따로 관리하고, 서로 어긋납니다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33450" y="39624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작업도 사람이 매번 눈으로 확인합니다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3450" y="42672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온 사람에게 배경을 매번 다시 설명합니다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250" y="2781300"/>
            <a:ext cx="5314950" cy="1924050"/>
          </a:xfrm>
          <a:prstGeom prst="roundRect">
            <a:avLst>
              <a:gd name="adj" fmla="val 396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8900" y="29908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얹은 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38900" y="33528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적힌 하나의 구조를 따라갑니다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38900" y="36576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도구가 같은 원본 문서를 읽습니다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38900" y="39624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커밋과 main 직접 푸시는 자동 차단됩니다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38900" y="42672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줄로 같은 절차가 반복됩니다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577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450" y="50673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하는 일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5029200"/>
            <a:ext cx="901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복사한다 → 안전장치를 한 번 켠다 → 준비된 프롬프트를 붙여넣는다.</a:t>
            </a:r>
            <a:endParaRPr lang="en-US" sz="12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이후는 AI가 묻고, 담당자는 답만 고릅니다.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 블록으로 구성됩니다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문서와 명령은 AI가 쓰고, 안전장치는 사람을 보호하고, 화면 뼈대와 시작 자료는 첫날을 줄입니다.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000250"/>
            <a:ext cx="35052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5350" y="21907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5350" y="22288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75" dirty="0"/>
          </a:p>
        </p:txBody>
      </p:sp>
      <p:sp>
        <p:nvSpPr>
          <p:cNvPr id="10" name="Text 8"/>
          <p:cNvSpPr txBox="1"/>
          <p:nvPr/>
        </p:nvSpPr>
        <p:spPr>
          <a:xfrm>
            <a:off x="1181100" y="2209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문서</a:t>
            </a:r>
            <a:endParaRPr lang="en-US" sz="1275" dirty="0"/>
          </a:p>
        </p:txBody>
      </p:sp>
      <p:sp>
        <p:nvSpPr>
          <p:cNvPr id="11" name="Text 9"/>
          <p:cNvSpPr txBox="1"/>
          <p:nvPr/>
        </p:nvSpPr>
        <p:spPr>
          <a:xfrm>
            <a:off x="895350" y="2533650"/>
            <a:ext cx="308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읽는 프로젝트 사용설명서. 폴더 구조, 화면 규칙, 데이터 규칙이 적혀 있습니다.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895350" y="3333750"/>
            <a:ext cx="200025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5350" y="3381375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+ 22종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4343400" y="2000250"/>
            <a:ext cx="35052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2950" y="21907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52950" y="22288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75" dirty="0"/>
          </a:p>
        </p:txBody>
      </p:sp>
      <p:sp>
        <p:nvSpPr>
          <p:cNvPr id="17" name="Text 15"/>
          <p:cNvSpPr txBox="1"/>
          <p:nvPr/>
        </p:nvSpPr>
        <p:spPr>
          <a:xfrm>
            <a:off x="4838700" y="2209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도구별 명령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4552950" y="2533650"/>
            <a:ext cx="308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“새 화면 만들어줘”를 명령 한 번으로. 온보딩, 화면, 서버, 검토, 커밋, 지식 기록까지.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552950" y="3333750"/>
            <a:ext cx="203835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52950" y="3381375"/>
            <a:ext cx="2038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9개 + 스킬 2개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8001000" y="2000250"/>
            <a:ext cx="35052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0550" y="21907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10550" y="22288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8496300" y="2209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275" dirty="0"/>
          </a:p>
        </p:txBody>
      </p:sp>
      <p:sp>
        <p:nvSpPr>
          <p:cNvPr id="25" name="Text 23"/>
          <p:cNvSpPr txBox="1"/>
          <p:nvPr/>
        </p:nvSpPr>
        <p:spPr>
          <a:xfrm>
            <a:off x="8210550" y="2533650"/>
            <a:ext cx="308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비밀키가 섞인 커밋과 main 브랜치 직접 푸시를 차단합니다. 세 도구에 똑같이 걸립니다.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8210550" y="3333750"/>
            <a:ext cx="190500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10550" y="338137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훅 + 도구별 훅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85800" y="386715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5350" y="40576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5350" y="4095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75" dirty="0"/>
          </a:p>
        </p:txBody>
      </p:sp>
      <p:sp>
        <p:nvSpPr>
          <p:cNvPr id="31" name="Text 29"/>
          <p:cNvSpPr txBox="1"/>
          <p:nvPr/>
        </p:nvSpPr>
        <p:spPr>
          <a:xfrm>
            <a:off x="1181100" y="40767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뼈대</a:t>
            </a:r>
            <a:endParaRPr lang="en-US" sz="1275" dirty="0"/>
          </a:p>
        </p:txBody>
      </p:sp>
      <p:sp>
        <p:nvSpPr>
          <p:cNvPr id="32" name="Text 30"/>
          <p:cNvSpPr txBox="1"/>
          <p:nvPr/>
        </p:nvSpPr>
        <p:spPr>
          <a:xfrm>
            <a:off x="895350" y="440055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실행되는 화면이 이미 들어 있습니다. 로그인, 대시보드, 목록, 상세, 구성원, 설정에 로딩·빈 화면·오류·권한 없음 상태까지.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895350" y="5029200"/>
            <a:ext cx="285750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5350" y="5076825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apps/web · 화면 6종 + 상태 화면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172200" y="386715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1750" y="40576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1750" y="4095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75" dirty="0"/>
          </a:p>
        </p:txBody>
      </p:sp>
      <p:sp>
        <p:nvSpPr>
          <p:cNvPr id="38" name="Text 36"/>
          <p:cNvSpPr txBox="1"/>
          <p:nvPr/>
        </p:nvSpPr>
        <p:spPr>
          <a:xfrm>
            <a:off x="6667500" y="40767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자료와 지식 위키</a:t>
            </a:r>
            <a:endParaRPr lang="en-US" sz="1275" dirty="0"/>
          </a:p>
        </p:txBody>
      </p:sp>
      <p:sp>
        <p:nvSpPr>
          <p:cNvPr id="39" name="Text 37"/>
          <p:cNvSpPr txBox="1"/>
          <p:nvPr/>
        </p:nvSpPr>
        <p:spPr>
          <a:xfrm>
            <a:off x="6381750" y="440055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복사-붙여넣기용 시작 프롬프트와, 팀이 배운 것을 쌓아 두는 위키. 다음 사람이 같은 질문을 다시 하지 않게 합니다.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6381750" y="5029200"/>
            <a:ext cx="247650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81750" y="5076825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QUICKSTART + 위키 47면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셋, 규칙의 원본은 하나입니다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 한 곳을 고치면 세 도구가 같이 바뀝니다. 도구별 문서에는 그 도구에만 있는 것만 담습니다.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152650"/>
            <a:ext cx="10820400" cy="628650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343150"/>
            <a:ext cx="1036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+ .agents/ 문서 22종</a:t>
            </a:r>
            <a:pPr algn="ctr" indent="0" marL="0">
              <a:buNone/>
            </a:pPr>
            <a:r>
              <a:rPr lang="en-US" sz="1200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모든 AI가 가장 먼저 읽는 1차 원본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096000" y="2781300"/>
            <a:ext cx="9525" cy="13335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2438400" y="2914650"/>
            <a:ext cx="73152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2438400" y="2914650"/>
            <a:ext cx="0" cy="2476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96000" y="2914650"/>
            <a:ext cx="0" cy="2476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53600" y="2914650"/>
            <a:ext cx="0" cy="2476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3276600"/>
            <a:ext cx="3505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6300" y="34671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76300" y="3771900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규칙 </a:t>
            </a:r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pPr indent="0" marL="0">
              <a:lnSpc>
                <a:spcPct val="160000"/>
              </a:lnSpc>
              <a:buNone/>
            </a:pPr>
            <a:endParaRPr lang="en-US" sz="1125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9개 · 스킬 2개 · 위험 동작 차단 훅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4343400" y="3276600"/>
            <a:ext cx="3505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3900" y="34671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33900" y="3771900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규칙 </a:t>
            </a:r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CODEX.md</a:t>
            </a:r>
            <a:pPr indent="0" marL="0">
              <a:lnSpc>
                <a:spcPct val="160000"/>
              </a:lnSpc>
              <a:buNone/>
            </a:pPr>
            <a:endParaRPr lang="en-US" sz="1125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워크플로우를 프롬프트로 제공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8001000" y="3276600"/>
            <a:ext cx="3505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1500" y="34671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191500" y="3771900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규칙 </a:t>
            </a:r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copilot-instructions</a:t>
            </a:r>
            <a:pPr indent="0" marL="0">
              <a:lnSpc>
                <a:spcPct val="160000"/>
              </a:lnSpc>
              <a:buNone/>
            </a:pPr>
            <a:endParaRPr lang="en-US" sz="1125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워크플로우를 프롬프트로 제공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85800" y="457200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7815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866900" y="4743450"/>
            <a:ext cx="9429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서로 충돌하면 원본이 이깁니다. 중요한 규칙을 특정 도구의 문서에만 숨겨 두지 않습니다</a:t>
            </a:r>
            <a:endParaRPr lang="en-US" sz="12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도구를 바꾸는 순간 사라지기 때문입니다.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관리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장치는 절반만 막습니다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막지 못하는 것을 숨기지 않는 것이 이 템플릿의 방침입니다. 담당자가 어디를 직접 봐야 하는지 알 수 있어야 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152650"/>
            <a:ext cx="531495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62200"/>
            <a:ext cx="171450" cy="1714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1100" y="23622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막습니다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813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설정 파일 커밋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242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형태의 비밀키가 코드에 섞이는 것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671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main에 바로 올리는 것 (검토를 거치도록)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10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파일 수정과 위험한 명령 실행 시도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250" y="2152650"/>
            <a:ext cx="531495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850" y="2362200"/>
            <a:ext cx="171450" cy="1714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86550" y="23622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봐야 합니다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19850" y="27813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채팅창에 붙여넣은 값, 이미 이력에 남은 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19850" y="31242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형태가 아닌 비밀번호와 접속 문자열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850" y="34671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안전장치를 켜지 않은 컴퓨터에서의 작업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19850" y="3810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 — 차단 장치가 따로 없습니다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476750"/>
            <a:ext cx="10820400" cy="762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3450" y="46863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결정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962150" y="4648200"/>
            <a:ext cx="933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직접 걸어 두는 보호 규칙이 세 도구 모두에 적용되는 유일한 우회 불가 장치입니다.</a:t>
            </a:r>
            <a:endParaRPr lang="en-US" sz="12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개인 설정이 아니라 조직 차원의 결정입니다.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절차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단계, 첫 세팅은 10–15분입니다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담당자는 폴더를 준비하고 결정에만 답합니다. 나머지 실행은 AI가 직접 진행합니다.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000250"/>
            <a:ext cx="35052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3450" y="22098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26860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준비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3450" y="3048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저장소를 ZIP으로 받아 압축을 풀고, 폴더 이름을 내 프로젝트 이름으로 바꿉니다.</a:t>
            </a:r>
            <a:endParaRPr lang="en-US" sz="1125" dirty="0"/>
          </a:p>
        </p:txBody>
      </p:sp>
      <p:sp>
        <p:nvSpPr>
          <p:cNvPr id="11" name="Text 9"/>
          <p:cNvSpPr txBox="1"/>
          <p:nvPr/>
        </p:nvSpPr>
        <p:spPr>
          <a:xfrm>
            <a:off x="933450" y="39243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복제(clone) 대신 ZIP — 내 작업이 템플릿 저장소로 올라가는 사고를 막습니다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000250"/>
            <a:ext cx="35052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1050" y="22098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4591050" y="26860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켜기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91050" y="3048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줄로 내 컴퓨터의 차단 장치를 켜고, GitHub 저장소에 main 보호 규칙을 한 번 걸어 둡니다.</a:t>
            </a:r>
            <a:endParaRPr lang="en-US" sz="1125" dirty="0"/>
          </a:p>
        </p:txBody>
      </p:sp>
      <p:sp>
        <p:nvSpPr>
          <p:cNvPr id="16" name="Text 14"/>
          <p:cNvSpPr txBox="1"/>
          <p:nvPr/>
        </p:nvSpPr>
        <p:spPr>
          <a:xfrm>
            <a:off x="4591050" y="39243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단계를 건너뛰면 앞 장의 자동 차단이 전혀 작동하지 않습니다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2000250"/>
            <a:ext cx="3505200" cy="2438400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8650" y="22098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Text 17"/>
          <p:cNvSpPr txBox="1"/>
          <p:nvPr/>
        </p:nvSpPr>
        <p:spPr>
          <a:xfrm>
            <a:off x="8248650" y="26860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맡기기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48650" y="3048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 /onboard 한 줄. 환경 설정, 안전장치, 프로젝트 정보 입력, 화면 한 곳 수정, 첫 작업 기록까지 AI가 진행합니다.</a:t>
            </a:r>
            <a:endParaRPr lang="en-US" sz="1125" dirty="0"/>
          </a:p>
        </p:txBody>
      </p:sp>
      <p:sp>
        <p:nvSpPr>
          <p:cNvPr id="21" name="Text 19"/>
          <p:cNvSpPr txBox="1"/>
          <p:nvPr/>
        </p:nvSpPr>
        <p:spPr>
          <a:xfrm>
            <a:off x="8248650" y="39243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· Copilot은 준비된 시작 프롬프트를 붙여넣습니다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5910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300" y="47434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876300" y="49339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프로젝트당 10–15분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5910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33900" y="47434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역할</a:t>
            </a:r>
            <a:endParaRPr lang="en-US" sz="975" dirty="0"/>
          </a:p>
        </p:txBody>
      </p:sp>
      <p:sp>
        <p:nvSpPr>
          <p:cNvPr id="27" name="Text 25"/>
          <p:cNvSpPr txBox="1"/>
          <p:nvPr/>
        </p:nvSpPr>
        <p:spPr>
          <a:xfrm>
            <a:off x="4533900" y="49339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제시한 선택지에 답하기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45910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91500" y="47434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설치</a:t>
            </a:r>
            <a:endParaRPr lang="en-US" sz="975" dirty="0"/>
          </a:p>
        </p:txBody>
      </p:sp>
      <p:sp>
        <p:nvSpPr>
          <p:cNvPr id="30" name="Text 28"/>
          <p:cNvSpPr txBox="1"/>
          <p:nvPr/>
        </p:nvSpPr>
        <p:spPr>
          <a:xfrm>
            <a:off x="8191500" y="49339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실행해 볼 때만 필요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현황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프로젝트에서 겪은 문제를</a:t>
            </a:r>
            <a:endParaRPr lang="en-US" sz="28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표준으로 되가져오며 17번 고쳤습니다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83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쓰고 끝나는 문서가 아니라, 쓰면서 고쳐 나가는 표준입니다. 모든 변경은 버전별로 기록됩니다.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8125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552700"/>
            <a:ext cx="95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2.0-draft</a:t>
            </a:r>
            <a:endParaRPr lang="en-US" sz="1125" dirty="0"/>
          </a:p>
        </p:txBody>
      </p:sp>
      <p:sp>
        <p:nvSpPr>
          <p:cNvPr id="9" name="Text 7"/>
          <p:cNvSpPr txBox="1"/>
          <p:nvPr/>
        </p:nvSpPr>
        <p:spPr>
          <a:xfrm>
            <a:off x="1885950" y="2581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2026-05-28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2971800" y="2657475"/>
            <a:ext cx="16764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43450" y="2552700"/>
            <a:ext cx="2705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17회 · 약 3개월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7543800" y="2657475"/>
            <a:ext cx="16764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53550" y="2581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2026-08-31</a:t>
            </a:r>
            <a:endParaRPr lang="en-US" sz="975" dirty="0"/>
          </a:p>
        </p:txBody>
      </p:sp>
      <p:sp>
        <p:nvSpPr>
          <p:cNvPr id="14" name="Text 12"/>
          <p:cNvSpPr txBox="1"/>
          <p:nvPr/>
        </p:nvSpPr>
        <p:spPr>
          <a:xfrm>
            <a:off x="10325100" y="2552700"/>
            <a:ext cx="95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2.16-draft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85800" y="3086100"/>
            <a:ext cx="53340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2956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2.15-draft · 2026-08-30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5433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분기한 프로젝트의 문제를 표준에 반영했습니다</a:t>
            </a:r>
            <a:endParaRPr lang="en-US" sz="1425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05250"/>
            <a:ext cx="487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템플릿에서 갈라져 나간 프로젝트가 자기 지식 위키를 전수 점검하며 드러난 문제 둘을, 다시 표준으로 가져와 고쳤습니다. 표준이 현장에서 검증되는 경로가 실제로 작동합니다.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6172200" y="3086100"/>
            <a:ext cx="53340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2956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2.14-draft · 2026-08-19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5433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점검이 원본 규칙의 빠진 부분을 찾아냈습니다</a:t>
            </a:r>
            <a:endParaRPr lang="en-US" sz="1425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905250"/>
            <a:ext cx="487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점검하자 정리본의 문제만 나온 것이 아니라, 규칙 원본에서 빠져 있던 항목 둘이 드러났습니다. 위키가 사본이 아니라 대조 장치로 작동했습니다.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85800" y="4876800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6300" y="50101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950" dirty="0"/>
          </a:p>
        </p:txBody>
      </p:sp>
      <p:sp>
        <p:nvSpPr>
          <p:cNvPr id="25" name="Text 23"/>
          <p:cNvSpPr txBox="1"/>
          <p:nvPr/>
        </p:nvSpPr>
        <p:spPr>
          <a:xfrm>
            <a:off x="1504950" y="506730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문서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4343400" y="4876800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33900" y="50101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950" dirty="0"/>
          </a:p>
        </p:txBody>
      </p:sp>
      <p:sp>
        <p:nvSpPr>
          <p:cNvPr id="28" name="Text 26"/>
          <p:cNvSpPr txBox="1"/>
          <p:nvPr/>
        </p:nvSpPr>
        <p:spPr>
          <a:xfrm>
            <a:off x="5162550" y="506730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위키 페이지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8001000" y="4876800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91500" y="50101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950" dirty="0"/>
          </a:p>
        </p:txBody>
      </p:sp>
      <p:sp>
        <p:nvSpPr>
          <p:cNvPr id="31" name="Text 29"/>
          <p:cNvSpPr txBox="1"/>
          <p:nvPr/>
        </p:nvSpPr>
        <p:spPr>
          <a:xfrm>
            <a:off x="8820150" y="506730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기록된 표준 버전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09600"/>
            <a:ext cx="38100" cy="2095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6191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25" dirty="0"/>
          </a:p>
        </p:txBody>
      </p:sp>
      <p:sp>
        <p:nvSpPr>
          <p:cNvPr id="5" name="Text 3"/>
          <p:cNvSpPr txBox="1"/>
          <p:nvPr/>
        </p:nvSpPr>
        <p:spPr>
          <a:xfrm>
            <a:off x="8572500" y="6286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09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2573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줄로 정리하면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13360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276350" y="2114550"/>
            <a:ext cx="996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결과물이 흔들리는 원인은 모델이 아니라 정보입니다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76350" y="247650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프로젝트의 사정을 문서로 먼저 읽히면, 같은 지시에서 같은 결과가 나옵니다.</a:t>
            </a:r>
            <a:endParaRPr lang="en-US" sz="1275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306705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76350" y="3048000"/>
            <a:ext cx="996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늘어나도 규칙의 원본은 하나로 유지됩니다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276350" y="340995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곳을 고치면 Claude Code · Codex · Copilot이 같이 바뀝니다. 도구 교체 비용이 낮습니다.</a:t>
            </a:r>
            <a:endParaRPr lang="en-US" sz="1275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400050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276350" y="3981450"/>
            <a:ext cx="996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안전은 자동 장치와 사람의 확인을 함께 씁니다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276350" y="434340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 것과 막지 못하는 것을 함께 적어 두었습니다. 남은 절반은 조직의 결정과 습관으로 막습니다.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762000" y="5067300"/>
            <a:ext cx="10668000" cy="1162050"/>
          </a:xfrm>
          <a:prstGeom prst="roundRect">
            <a:avLst>
              <a:gd name="adj" fmla="val 6557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9650" y="52768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논의가 필요한 것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09650" y="5581650"/>
            <a:ext cx="3238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[검토 요청 1 — 예: 신규 프로젝트 기본 적용 범위]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19600" y="5581650"/>
            <a:ext cx="3238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[검토 요청 2 — 예: 저장소 보호 규칙 표준 적용]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29550" y="5581650"/>
            <a:ext cx="3238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[검토 요청 3 — 예: 파일럿 팀과 일정]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Woomi 코딩 에이전트 템플릿 임원 브리핑</dc:title>
  <dc:subject>PptxGenJS Presentation</dc:subject>
  <dc:creator>Woomi</dc:creator>
  <cp:lastModifiedBy>Woomi</cp:lastModifiedBy>
  <cp:revision>1</cp:revision>
  <dcterms:created xsi:type="dcterms:W3CDTF">2026-09-13T13:57:14Z</dcterms:created>
  <dcterms:modified xsi:type="dcterms:W3CDTF">2026-09-13T13:57:14Z</dcterms:modified>
</cp:coreProperties>
</file>